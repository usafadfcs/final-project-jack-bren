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1A09A1-98A2-7072-5A5F-8440B0040AD0}" v="34" dt="2025-12-05T03:29:56.095"/>
    <p1510:client id="{2DBE9D3F-F97D-4EC9-AA20-0401F1143DB8}" v="44" dt="2025-12-04T04:15:33.747"/>
    <p1510:client id="{98E9BA7F-949E-B015-3254-26209A56FA7C}" v="35" dt="2025-12-03T17:22:58.737"/>
    <p1510:client id="{A98B9DF0-E30C-46EF-9F66-4D5CAAAD6C59}" v="233" dt="2025-12-03T17:47:17.122"/>
    <p1510:client id="{ADE2F9E9-3345-40CE-9CD1-99C122424A4A}" v="14" dt="2025-12-03T17:19:57.204"/>
    <p1510:client id="{D0D9271F-7AE7-1FAB-77B7-DD06E5555ADA}" v="40" dt="2025-12-03T17:21:49.019"/>
    <p1510:client id="{D4C80DEE-5FE9-453A-9FF5-473D131E8AD8}" v="531" dt="2025-12-04T04:30:40.392"/>
    <p1510:client id="{EC8CF65F-47E0-4ADF-9D8F-9493222993AF}" v="7" dt="2025-12-03T17:17:54.648"/>
    <p1510:client id="{FB391E67-B9AE-27F5-8BCF-2F522821E5F2}" v="13" dt="2025-12-05T15:28:36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8D2F3-6FB3-3AD3-5FCF-941C0B581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Used Car Hunter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5BE22-E557-C6EE-678A-3586C7237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C1Cs Jack West and Brendan Wu</a:t>
            </a:r>
          </a:p>
        </p:txBody>
      </p:sp>
      <p:pic>
        <p:nvPicPr>
          <p:cNvPr id="7" name="Graphic 6" descr="Car">
            <a:extLst>
              <a:ext uri="{FF2B5EF4-FFF2-40B4-BE49-F238E27FC236}">
                <a16:creationId xmlns:a16="http://schemas.microsoft.com/office/drawing/2014/main" id="{5956A6CC-B2E7-4D88-4F86-0236DFE40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943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0CA293-46E6-89DF-A0C1-79C33266E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9504C-F8E5-E17E-15F5-AAF9B1333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4672" y="2257006"/>
            <a:ext cx="5291328" cy="377218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800">
                <a:solidFill>
                  <a:schemeClr val="tx2"/>
                </a:solidFill>
              </a:rPr>
              <a:t>Inspiration came from Jack suffering this problem mid-semester</a:t>
            </a:r>
          </a:p>
          <a:p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Lots of factors into buying a used car: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Price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Features and safety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Known issues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Reliability Concerns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Many more</a:t>
            </a:r>
          </a:p>
          <a:p>
            <a:pPr lvl="1"/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An LLM by itself may not always have the most up-to-date information</a:t>
            </a:r>
          </a:p>
          <a:p>
            <a:pPr lvl="1"/>
            <a:endParaRPr lang="en-US" sz="1800">
              <a:solidFill>
                <a:schemeClr val="tx2"/>
              </a:solidFill>
            </a:endParaRPr>
          </a:p>
          <a:p>
            <a:pPr lvl="1"/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Buying A Car Stock Illustrations ...">
            <a:extLst>
              <a:ext uri="{FF2B5EF4-FFF2-40B4-BE49-F238E27FC236}">
                <a16:creationId xmlns:a16="http://schemas.microsoft.com/office/drawing/2014/main" id="{CAE8B5E1-9697-A04C-39D5-805385994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347" y="2260413"/>
            <a:ext cx="4246696" cy="284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333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76CA-A14D-98A5-AD31-E2BF8BF5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90000"/>
                    <a:lumOff val="10000"/>
                  </a:schemeClr>
                </a:solidFill>
              </a:rPr>
              <a:t>Agentic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26B3B-DCEE-94E1-88D1-B6B465F0A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u="sng">
                <a:solidFill>
                  <a:schemeClr val="tx2">
                    <a:lumMod val="90000"/>
                    <a:lumOff val="10000"/>
                  </a:schemeClr>
                </a:solidFill>
              </a:rPr>
              <a:t>Chosen Model (</a:t>
            </a:r>
            <a:r>
              <a:rPr lang="en-US" sz="2400" u="sng" err="1">
                <a:solidFill>
                  <a:schemeClr val="tx2">
                    <a:lumMod val="90000"/>
                    <a:lumOff val="10000"/>
                  </a:schemeClr>
                </a:solidFill>
              </a:rPr>
              <a:t>HuggingFace</a:t>
            </a:r>
            <a:r>
              <a:rPr lang="en-US" sz="2400" u="sng">
                <a:solidFill>
                  <a:schemeClr val="tx2">
                    <a:lumMod val="90000"/>
                    <a:lumOff val="10000"/>
                  </a:schemeClr>
                </a:solidFill>
              </a:rPr>
              <a:t>):</a:t>
            </a:r>
            <a:r>
              <a:rPr lang="en-US" sz="24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2">
                    <a:lumMod val="90000"/>
                    <a:lumOff val="10000"/>
                  </a:schemeClr>
                </a:solidFill>
              </a:rPr>
              <a:t>TinyLlama</a:t>
            </a:r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/TinyLlama-1.1B-Chat-v1.0</a:t>
            </a:r>
          </a:p>
          <a:p>
            <a:endParaRPr lang="en-US" sz="240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sz="2400">
                <a:solidFill>
                  <a:schemeClr val="tx2">
                    <a:lumMod val="90000"/>
                    <a:lumOff val="10000"/>
                  </a:schemeClr>
                </a:solidFill>
              </a:rPr>
              <a:t>Web-Enabled Agent</a:t>
            </a:r>
          </a:p>
          <a:p>
            <a:pPr lvl="1"/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API calls to web databases (NHTSA)</a:t>
            </a:r>
          </a:p>
          <a:p>
            <a:pPr lvl="1"/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Agent summarizes pulled information for the user</a:t>
            </a:r>
          </a:p>
          <a:p>
            <a:pPr marL="457200" lvl="1" indent="0">
              <a:buNone/>
            </a:pPr>
            <a:endParaRPr lang="en-US" sz="200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sz="2400">
                <a:solidFill>
                  <a:schemeClr val="tx2">
                    <a:lumMod val="90000"/>
                    <a:lumOff val="10000"/>
                  </a:schemeClr>
                </a:solidFill>
              </a:rPr>
              <a:t>Tools/APIs</a:t>
            </a:r>
          </a:p>
          <a:p>
            <a:pPr lvl="1"/>
            <a:r>
              <a:rPr lang="en-US" sz="2000" err="1">
                <a:solidFill>
                  <a:schemeClr val="tx2">
                    <a:lumMod val="90000"/>
                    <a:lumOff val="10000"/>
                  </a:schemeClr>
                </a:solidFill>
              </a:rPr>
              <a:t>RecallLookupTool</a:t>
            </a:r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(): finds recorded recalls</a:t>
            </a:r>
          </a:p>
          <a:p>
            <a:pPr lvl="1"/>
            <a:r>
              <a:rPr lang="en-US" sz="2000" err="1">
                <a:solidFill>
                  <a:schemeClr val="tx2">
                    <a:lumMod val="90000"/>
                    <a:lumOff val="10000"/>
                  </a:schemeClr>
                </a:solidFill>
              </a:rPr>
              <a:t>RatingsLookupTool</a:t>
            </a:r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(): finds safety ratings</a:t>
            </a:r>
          </a:p>
          <a:p>
            <a:pPr lvl="1"/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Returns JSON objects</a:t>
            </a:r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  <a:p>
            <a:endParaRPr lang="en-US" sz="2400"/>
          </a:p>
          <a:p>
            <a:pPr lvl="1"/>
            <a:endParaRPr lang="en-US" sz="2000"/>
          </a:p>
          <a:p>
            <a:endParaRPr lang="en-US" sz="2400"/>
          </a:p>
          <a:p>
            <a:endParaRPr lang="en-US" sz="24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8A72D3-82C9-2256-817E-CE8412F4DE6F}"/>
              </a:ext>
            </a:extLst>
          </p:cNvPr>
          <p:cNvSpPr/>
          <p:nvPr/>
        </p:nvSpPr>
        <p:spPr>
          <a:xfrm>
            <a:off x="8089392" y="230188"/>
            <a:ext cx="1338072" cy="75692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User Query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23B733-180F-8CD1-AFA2-54CB6A857660}"/>
              </a:ext>
            </a:extLst>
          </p:cNvPr>
          <p:cNvSpPr/>
          <p:nvPr/>
        </p:nvSpPr>
        <p:spPr>
          <a:xfrm>
            <a:off x="10300716" y="2497238"/>
            <a:ext cx="1414272" cy="86868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API calls with YMM as inputs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D72D5E-8ED4-5A26-2045-60599E700A04}"/>
              </a:ext>
            </a:extLst>
          </p:cNvPr>
          <p:cNvSpPr/>
          <p:nvPr/>
        </p:nvSpPr>
        <p:spPr>
          <a:xfrm>
            <a:off x="10125456" y="1003292"/>
            <a:ext cx="1764792" cy="93214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Parser fetches make, model, year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F445E5-4C80-5AD6-37CC-D878A1A3B285}"/>
              </a:ext>
            </a:extLst>
          </p:cNvPr>
          <p:cNvSpPr/>
          <p:nvPr/>
        </p:nvSpPr>
        <p:spPr>
          <a:xfrm>
            <a:off x="10189464" y="3876130"/>
            <a:ext cx="1627632" cy="86868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Information Returned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742A1A-475B-C66F-7D37-CD1CF0D48B21}"/>
              </a:ext>
            </a:extLst>
          </p:cNvPr>
          <p:cNvSpPr/>
          <p:nvPr/>
        </p:nvSpPr>
        <p:spPr>
          <a:xfrm>
            <a:off x="10247376" y="5306707"/>
            <a:ext cx="1520952" cy="86868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LLM summarizes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49BACB9-277E-E33A-F185-A9ACD0700E7D}"/>
              </a:ext>
            </a:extLst>
          </p:cNvPr>
          <p:cNvSpPr/>
          <p:nvPr/>
        </p:nvSpPr>
        <p:spPr>
          <a:xfrm>
            <a:off x="8289036" y="5783659"/>
            <a:ext cx="1231392" cy="86868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9B043C-4669-DA45-AF8C-9DF9C52293E8}"/>
              </a:ext>
            </a:extLst>
          </p:cNvPr>
          <p:cNvCxnSpPr/>
          <p:nvPr/>
        </p:nvCxnSpPr>
        <p:spPr>
          <a:xfrm>
            <a:off x="9589008" y="991028"/>
            <a:ext cx="374904" cy="2368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022CF9-2B18-C60C-6710-482AE1A6CA9E}"/>
              </a:ext>
            </a:extLst>
          </p:cNvPr>
          <p:cNvCxnSpPr>
            <a:cxnSpLocks/>
          </p:cNvCxnSpPr>
          <p:nvPr/>
        </p:nvCxnSpPr>
        <p:spPr>
          <a:xfrm>
            <a:off x="11007852" y="2008593"/>
            <a:ext cx="0" cy="384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21B060-DE9D-CFE8-645E-0C7B0B690A20}"/>
              </a:ext>
            </a:extLst>
          </p:cNvPr>
          <p:cNvCxnSpPr>
            <a:cxnSpLocks/>
          </p:cNvCxnSpPr>
          <p:nvPr/>
        </p:nvCxnSpPr>
        <p:spPr>
          <a:xfrm>
            <a:off x="11003280" y="3429000"/>
            <a:ext cx="0" cy="384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C70E44-25FD-9FBA-0FFC-596D9929DD12}"/>
              </a:ext>
            </a:extLst>
          </p:cNvPr>
          <p:cNvCxnSpPr>
            <a:cxnSpLocks/>
          </p:cNvCxnSpPr>
          <p:nvPr/>
        </p:nvCxnSpPr>
        <p:spPr>
          <a:xfrm>
            <a:off x="11003280" y="4849329"/>
            <a:ext cx="0" cy="384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C1FF4E2-BE88-C082-8334-11F3CE47265B}"/>
              </a:ext>
            </a:extLst>
          </p:cNvPr>
          <p:cNvCxnSpPr/>
          <p:nvPr/>
        </p:nvCxnSpPr>
        <p:spPr>
          <a:xfrm flipH="1">
            <a:off x="9656064" y="5783659"/>
            <a:ext cx="368808" cy="166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7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69FC5-6580-8CD7-B647-9B2C0B42B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90000"/>
                    <a:lumOff val="10000"/>
                  </a:schemeClr>
                </a:solidFill>
              </a:rPr>
              <a:t>Challenges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BBD94-84DD-7DC0-7885-7BFDF1E02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solidFill>
                  <a:schemeClr val="tx2">
                    <a:lumMod val="90000"/>
                    <a:lumOff val="10000"/>
                  </a:schemeClr>
                </a:solidFill>
              </a:rPr>
              <a:t>Add Pricing and Review APIs</a:t>
            </a:r>
          </a:p>
          <a:p>
            <a:pPr lvl="1"/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Need paid/registered access to databases (KBB, etc.)</a:t>
            </a:r>
          </a:p>
          <a:p>
            <a:endParaRPr lang="en-US" sz="240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sz="2400">
                <a:solidFill>
                  <a:schemeClr val="tx2">
                    <a:lumMod val="90000"/>
                    <a:lumOff val="10000"/>
                  </a:schemeClr>
                </a:solidFill>
              </a:rPr>
              <a:t>Refine User Input</a:t>
            </a:r>
          </a:p>
          <a:p>
            <a:pPr lvl="1"/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Can parse from basic input</a:t>
            </a:r>
          </a:p>
          <a:p>
            <a:pPr lvl="1"/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Responds only to specific year, make, model order</a:t>
            </a:r>
          </a:p>
          <a:p>
            <a:pPr lvl="1"/>
            <a:endParaRPr 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sz="2400">
                <a:solidFill>
                  <a:schemeClr val="tx2">
                    <a:lumMod val="90000"/>
                    <a:lumOff val="10000"/>
                  </a:schemeClr>
                </a:solidFill>
              </a:rPr>
              <a:t>Limited Model</a:t>
            </a:r>
          </a:p>
          <a:p>
            <a:pPr lvl="1"/>
            <a:r>
              <a:rPr lang="en-US" sz="2000" err="1">
                <a:solidFill>
                  <a:schemeClr val="tx2">
                    <a:lumMod val="90000"/>
                    <a:lumOff val="10000"/>
                  </a:schemeClr>
                </a:solidFill>
              </a:rPr>
              <a:t>TinyLlama</a:t>
            </a:r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model does not fit our context requirements well</a:t>
            </a:r>
          </a:p>
          <a:p>
            <a:pPr lvl="1"/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Output is inconsistent; unorganized at times</a:t>
            </a:r>
          </a:p>
          <a:p>
            <a:pPr lvl="1"/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Larger model would improve performance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17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EC335-B876-EAE6-6499-F25B75A39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3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/>
              <a:t>Demonstration (Example: 2020 Toyota Tacoma)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166F9C-69FB-6618-A38C-3BD93AD90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9" y="1136186"/>
            <a:ext cx="11389626" cy="10294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4C426F-555E-8394-2782-12ACD6DBC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9" y="2360252"/>
            <a:ext cx="11389626" cy="856986"/>
          </a:xfrm>
          <a:prstGeom prst="rect">
            <a:avLst/>
          </a:prstGeom>
        </p:spPr>
      </p:pic>
      <p:pic>
        <p:nvPicPr>
          <p:cNvPr id="13" name="Picture 1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2FB88474-42A0-3F85-521E-B3C15F5905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4" y="3411807"/>
            <a:ext cx="12057314" cy="1555726"/>
          </a:xfrm>
          <a:prstGeom prst="rect">
            <a:avLst/>
          </a:prstGeom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F3A282FF-9301-9698-7A13-73E98F0AAD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2" y="5080181"/>
            <a:ext cx="12105381" cy="152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CDE9-8D5C-2663-2779-7F71B9AE7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>
                <a:solidFill>
                  <a:schemeClr val="tx2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07087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Used Car Hunter Agent</vt:lpstr>
      <vt:lpstr>The Problem</vt:lpstr>
      <vt:lpstr>Agentic Workflow</vt:lpstr>
      <vt:lpstr>Challenges and Future Work</vt:lpstr>
      <vt:lpstr>Demonstration (Example: 2020 Toyota Tacoma)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2025-12-03T17:03:49Z</dcterms:created>
  <dcterms:modified xsi:type="dcterms:W3CDTF">2025-12-05T22:18:40Z</dcterms:modified>
</cp:coreProperties>
</file>